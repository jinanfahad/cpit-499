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46" r:id="rId1"/>
  </p:sldMasterIdLst>
  <p:notesMasterIdLst>
    <p:notesMasterId r:id="rId4"/>
  </p:notesMasterIdLst>
  <p:handoutMasterIdLst>
    <p:handoutMasterId r:id="rId5"/>
  </p:handoutMasterIdLst>
  <p:sldIdLst>
    <p:sldId id="257" r:id="rId2"/>
    <p:sldId id="258" r:id="rId3"/>
  </p:sldIdLst>
  <p:sldSz cx="12192000" cy="6858000"/>
  <p:notesSz cx="6858000" cy="9144000"/>
  <p:defaultTextStyle>
    <a:defPPr algn="r" rtl="1"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 flipH="1"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algn="r" rtl="1"/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quarter" idx="1"/>
          </p:nvPr>
        </p:nvSpPr>
        <p:spPr>
          <a:xfrm flipH="1">
            <a:off x="1587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algn="l" rtl="1"/>
            <a:fld id="{4F4D1D80-2B57-4ED3-8990-C8C4D17B8BE1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4" name="عنصر نائب لتذييل الصفحة 3"/>
          <p:cNvSpPr>
            <a:spLocks noGrp="1"/>
          </p:cNvSpPr>
          <p:nvPr>
            <p:ph type="ftr" sz="quarter" idx="2"/>
          </p:nvPr>
        </p:nvSpPr>
        <p:spPr>
          <a:xfrm flipH="1"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algn="r" rtl="1"/>
            <a:endParaRPr lang="en-US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3"/>
          </p:nvPr>
        </p:nvSpPr>
        <p:spPr>
          <a:xfrm flipH="1">
            <a:off x="1587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algn="l" rtl="1"/>
            <a:fld id="{ED92CB86-0DB9-4A70-B1CF-B23508471F6B}" type="slidenum">
              <a:rPr lang="en-US" smtClean="0"/>
              <a:pPr algn="l" rtl="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 flipH="1"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 flipH="1">
            <a:off x="1587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fld id="{8E0560BF-7FC6-492C-BEDA-4AE81FE84D35}" type="datetime1">
              <a:rPr lang="ar-SA" smtClean="0"/>
              <a:t>07/09/1447</a:t>
            </a:fld>
            <a:endParaRPr lang="en-US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rtl="1"/>
            <a:endParaRPr lang="en-US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 flipH="1"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 rtl="1"/>
            <a:r>
              <a:rPr lang="ar"/>
              <a:t>انقر لتحرير أنماط النص الرئيسي</a:t>
            </a:r>
          </a:p>
          <a:p>
            <a:pPr lvl="1" rtl="1"/>
            <a:r>
              <a:rPr lang="ar"/>
              <a:t>المستوى الثاني</a:t>
            </a:r>
          </a:p>
          <a:p>
            <a:pPr lvl="2" rtl="1"/>
            <a:r>
              <a:rPr lang="ar"/>
              <a:t>المستوى الثالث</a:t>
            </a:r>
          </a:p>
          <a:p>
            <a:pPr lvl="3" rtl="1"/>
            <a:r>
              <a:rPr lang="ar"/>
              <a:t>المستوى الرابع</a:t>
            </a:r>
          </a:p>
          <a:p>
            <a:pPr lvl="4" rtl="1"/>
            <a:r>
              <a:rPr lang="ar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 flipH="1"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 flipH="1">
            <a:off x="1587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fld id="{9C2B151B-D7D1-48E5-8230-5AADBC794F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ال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مستطيل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 flipH="1"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/>
          <p:cNvSpPr>
            <a:spLocks noGrp="1"/>
          </p:cNvSpPr>
          <p:nvPr>
            <p:ph type="ctrTitle"/>
          </p:nvPr>
        </p:nvSpPr>
        <p:spPr>
          <a:xfrm flipH="1">
            <a:off x="1036320" y="758952"/>
            <a:ext cx="10058400" cy="3566160"/>
          </a:xfrm>
        </p:spPr>
        <p:txBody>
          <a:bodyPr rtlCol="1" anchor="b">
            <a:normAutofit/>
          </a:bodyPr>
          <a:lstStyle>
            <a:lvl1pPr algn="r" rtl="1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العنوان الفرعي 2"/>
          <p:cNvSpPr>
            <a:spLocks noGrp="1"/>
          </p:cNvSpPr>
          <p:nvPr>
            <p:ph type="subTitle" idx="1"/>
          </p:nvPr>
        </p:nvSpPr>
        <p:spPr>
          <a:xfrm flipH="1">
            <a:off x="1033549" y="4645152"/>
            <a:ext cx="10058400" cy="1143000"/>
          </a:xfrm>
        </p:spPr>
        <p:txBody>
          <a:bodyPr lIns="91440" rIns="91440" rtlCol="1">
            <a:normAutofit/>
          </a:bodyPr>
          <a:lstStyle>
            <a:lvl1pPr marL="0" indent="0" algn="r" rtl="1">
              <a:buNone/>
              <a:defRPr sz="2400" cap="all" spc="2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rtl="1">
              <a:buNone/>
              <a:defRPr sz="2400"/>
            </a:lvl2pPr>
            <a:lvl3pPr marL="914400" indent="0" algn="ctr" rtl="1">
              <a:buNone/>
              <a:defRPr sz="2400"/>
            </a:lvl3pPr>
            <a:lvl4pPr marL="1371600" indent="0" algn="ctr" rtl="1">
              <a:buNone/>
              <a:defRPr sz="2000"/>
            </a:lvl4pPr>
            <a:lvl5pPr marL="1828800" indent="0" algn="ctr" rtl="1">
              <a:buNone/>
              <a:defRPr sz="2000"/>
            </a:lvl5pPr>
            <a:lvl6pPr marL="2286000" indent="0" algn="ctr" rtl="1">
              <a:buNone/>
              <a:defRPr sz="2000"/>
            </a:lvl6pPr>
            <a:lvl7pPr marL="2743200" indent="0" algn="ctr" rtl="1">
              <a:buNone/>
              <a:defRPr sz="2000"/>
            </a:lvl7pPr>
            <a:lvl8pPr marL="3200400" indent="0" algn="ctr" rtl="1">
              <a:buNone/>
              <a:defRPr sz="2000"/>
            </a:lvl8pPr>
            <a:lvl9pPr marL="3657600" indent="0" algn="ctr" rtl="1">
              <a:buNone/>
              <a:defRPr sz="2000"/>
            </a:lvl9pPr>
          </a:lstStyle>
          <a:p>
            <a:pPr rtl="1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رابط مستقيم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>
            <a:cxnSpLocks/>
          </p:cNvCxnSpPr>
          <p:nvPr/>
        </p:nvCxnSpPr>
        <p:spPr>
          <a:xfrm flipH="1">
            <a:off x="1108822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D5F31BED-12F7-4FFE-B70F-3858A7E44CD8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العنوان وال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 flipH="1">
            <a:off x="1036320" y="2108201"/>
            <a:ext cx="10058400" cy="3760891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73FAAEED-0371-4AA2-9A58-21A44F3010D8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مستطيل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 flipH="1"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1036320" y="758952"/>
            <a:ext cx="10058400" cy="3566160"/>
          </a:xfrm>
        </p:spPr>
        <p:txBody>
          <a:bodyPr rtlCol="1" anchor="b" anchorCtr="0">
            <a:normAutofit/>
          </a:bodyPr>
          <a:lstStyle>
            <a:lvl1pPr algn="r" rtl="1"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 flipH="1">
            <a:off x="1036320" y="4663440"/>
            <a:ext cx="10058400" cy="1143000"/>
          </a:xfrm>
        </p:spPr>
        <p:txBody>
          <a:bodyPr lIns="91440" rIns="91440" rtlCol="1" anchor="t" anchorCtr="0">
            <a:normAutofit/>
          </a:bodyPr>
          <a:lstStyle>
            <a:lvl1pPr marL="0" indent="0" algn="r" rtl="1">
              <a:buNone/>
              <a:defRPr sz="2400" cap="all" spc="2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r" rtl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1"/>
            <a:r>
              <a:rPr lang="en-US"/>
              <a:t>Click to edit Master text styles</a:t>
            </a:r>
          </a:p>
        </p:txBody>
      </p:sp>
      <p:cxnSp>
        <p:nvCxnSpPr>
          <p:cNvPr id="9" name="رابط مستقيم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>
            <a:cxnSpLocks/>
          </p:cNvCxnSpPr>
          <p:nvPr/>
        </p:nvCxnSpPr>
        <p:spPr>
          <a:xfrm flipH="1">
            <a:off x="1108822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DC10D2C4-DC01-4219-AB38-85E4FBD245F5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عنصر نائب لرقم الشريحة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 flipH="1">
            <a:off x="6454984" y="2120900"/>
            <a:ext cx="4639736" cy="3748193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 flipH="1">
            <a:off x="1036320" y="2120900"/>
            <a:ext cx="4639736" cy="3748194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F337152C-E21D-4501-8905-0F496B320EEF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9" name="عنصر نائب للتذييل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عنصر نائب لرقم الشريحة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العنوان 9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 flipH="1">
            <a:off x="6454984" y="2057400"/>
            <a:ext cx="4639736" cy="736282"/>
          </a:xfrm>
        </p:spPr>
        <p:txBody>
          <a:bodyPr lIns="91440" rIns="91440" rtlCol="1" anchor="ctr">
            <a:normAutofit/>
          </a:bodyPr>
          <a:lstStyle>
            <a:lvl1pPr marL="0" indent="0" algn="r" rtl="1">
              <a:buNone/>
              <a:defRPr sz="2000" b="0" cap="all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en-US"/>
              <a:t>Click to edit Master text styles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 flipH="1">
            <a:off x="6454984" y="2958274"/>
            <a:ext cx="4639736" cy="2910821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 flipH="1">
            <a:off x="1036320" y="2057400"/>
            <a:ext cx="4639736" cy="736282"/>
          </a:xfrm>
        </p:spPr>
        <p:txBody>
          <a:bodyPr lIns="91440" rIns="91440" rtlCol="1" anchor="ctr">
            <a:normAutofit/>
          </a:bodyPr>
          <a:lstStyle>
            <a:lvl1pPr marL="0" indent="0" algn="r" rtl="1">
              <a:buNone/>
              <a:defRPr sz="2000" b="0" cap="all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en-US"/>
              <a:t>Click to edit Master text styles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 flipH="1">
            <a:off x="1036320" y="2958273"/>
            <a:ext cx="4639736" cy="2910821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68205897-995A-48D4-BF2A-AA1DD25276D0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11" name="عنصر نائب للتذييل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عنصر نائب لرقم الشريحة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ال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عنصر نائب للتاريخ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70D3C6C7-7589-4F39-A4B9-CC5507945985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7" name="عنصر نائب للتذييل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عنصر نائب لرقم الشريحة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مستطيل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 flipH="1"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999BC38-0D29-4775-8209-318F38CD65D0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ب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مستطيل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 flipH="1">
            <a:off x="7537688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8030967" y="786383"/>
            <a:ext cx="3517567" cy="2093975"/>
          </a:xfrm>
        </p:spPr>
        <p:txBody>
          <a:bodyPr rtlCol="1" anchor="b">
            <a:normAutofit/>
          </a:bodyPr>
          <a:lstStyle>
            <a:lvl1pPr algn="r" rtl="1">
              <a:lnSpc>
                <a:spcPct val="90000"/>
              </a:lnSpc>
              <a:defRPr sz="3600" b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 flipH="1">
            <a:off x="804672" y="812799"/>
            <a:ext cx="5928344" cy="5294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 flipH="1">
            <a:off x="8030968" y="3043050"/>
            <a:ext cx="3517567" cy="3064505"/>
          </a:xfrm>
        </p:spPr>
        <p:txBody>
          <a:bodyPr lIns="91440" rIns="91440" rtlCol="1">
            <a:normAutofit/>
          </a:bodyPr>
          <a:lstStyle>
            <a:lvl1pPr marL="0" indent="0" algn="r" rtl="1">
              <a:buNone/>
              <a:defRPr sz="18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en-US"/>
              <a:t>Click to edit Master text styles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 flipH="1">
            <a:off x="8030968" y="6446520"/>
            <a:ext cx="3517568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02EB7EFE-C288-46BD-8A7B-8D58E2AF6107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 flipH="1">
            <a:off x="1398998" y="6446520"/>
            <a:ext cx="5334019" cy="365125"/>
          </a:xfrm>
        </p:spPr>
        <p:txBody>
          <a:bodyPr rtlCol="1"/>
          <a:lstStyle>
            <a:lvl1pPr algn="r" rtl="1">
              <a:defRPr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مستطيل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 flipH="1">
            <a:off x="3175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عنصر نائب للصورة 2"/>
          <p:cNvSpPr>
            <a:spLocks noGrp="1" noChangeAspect="1"/>
          </p:cNvSpPr>
          <p:nvPr>
            <p:ph type="pic" idx="1"/>
          </p:nvPr>
        </p:nvSpPr>
        <p:spPr>
          <a:xfrm flipH="1">
            <a:off x="0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1" anchor="t"/>
          <a:lstStyle>
            <a:lvl1pPr marL="444500" indent="0" algn="r" rtl="1">
              <a:buNone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rtl="1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981076" y="4799362"/>
            <a:ext cx="10113645" cy="743682"/>
          </a:xfrm>
        </p:spPr>
        <p:txBody>
          <a:bodyPr tIns="0" bIns="0" rtlCol="1" anchor="b">
            <a:noAutofit/>
          </a:bodyPr>
          <a:lstStyle>
            <a:lvl1pPr algn="r" rtl="1">
              <a:defRPr sz="3600" b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 flipH="1">
            <a:off x="981457" y="5715000"/>
            <a:ext cx="10113264" cy="609600"/>
          </a:xfrm>
        </p:spPr>
        <p:txBody>
          <a:bodyPr lIns="91440" tIns="0" rIns="91440" bIns="0" rtlCol="1">
            <a:normAutofit/>
          </a:bodyPr>
          <a:lstStyle>
            <a:lvl1pPr marL="0" indent="0" algn="r" rtl="1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en-US"/>
              <a:t>Click to edit Master text styles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91C3A1E-4BEE-4AF9-884B-7BBB2F0B127B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العنوان والنص ال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العنصر النائب لنص عمودي 2"/>
          <p:cNvSpPr>
            <a:spLocks noGrp="1"/>
          </p:cNvSpPr>
          <p:nvPr>
            <p:ph type="body" orient="vert" idx="1"/>
          </p:nvPr>
        </p:nvSpPr>
        <p:spPr>
          <a:xfrm rot="10800000" flipH="1">
            <a:off x="1036320" y="2108201"/>
            <a:ext cx="10058400" cy="3760891"/>
          </a:xfrm>
        </p:spPr>
        <p:txBody>
          <a:bodyPr vert="eaVert" lIns="45720" tIns="0" rIns="45720" bIns="0"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1543003-8F99-4AC2-BE34-484CF2047F67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النص والعنوان ال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مستطيل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 flipH="1"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العمودي 1"/>
          <p:cNvSpPr>
            <a:spLocks noGrp="1"/>
          </p:cNvSpPr>
          <p:nvPr>
            <p:ph type="title" orient="vert"/>
          </p:nvPr>
        </p:nvSpPr>
        <p:spPr>
          <a:xfrm rot="10800000" flipH="1">
            <a:off x="838200" y="412302"/>
            <a:ext cx="2628900" cy="5759898"/>
          </a:xfrm>
        </p:spPr>
        <p:txBody>
          <a:bodyPr vert="eaVert"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العنصر النائب لنص عمودي 2"/>
          <p:cNvSpPr>
            <a:spLocks noGrp="1"/>
          </p:cNvSpPr>
          <p:nvPr>
            <p:ph type="body" orient="vert" idx="1"/>
          </p:nvPr>
        </p:nvSpPr>
        <p:spPr>
          <a:xfrm rot="10800000" flipH="1">
            <a:off x="3619500" y="412302"/>
            <a:ext cx="7734300" cy="5759898"/>
          </a:xfrm>
        </p:spPr>
        <p:txBody>
          <a:bodyPr vert="eaVert" lIns="45720" tIns="0" rIns="45720" bIns="0"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34089F1-869B-4695-B157-58BA4D81F23A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عنصر نائب لرقم الشريحة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 flipH="1"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SA"/>
          </a:p>
        </p:txBody>
      </p:sp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/>
          <a:p>
            <a:pPr rtl="1"/>
            <a:r>
              <a:rPr lang="ar"/>
              <a:t>انقر لتحرير نمط العنوان الرئيسي</a:t>
            </a:r>
            <a:endParaRPr lang="en-US" dirty="0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 flipH="1">
            <a:off x="103632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1">
            <a:normAutofit/>
          </a:bodyPr>
          <a:lstStyle/>
          <a:p>
            <a:pPr lvl="0" rtl="1"/>
            <a:r>
              <a:rPr lang="ar"/>
              <a:t>انقر لتحرير أنماط النص الرئيسي</a:t>
            </a:r>
          </a:p>
          <a:p>
            <a:pPr lvl="1" rtl="1"/>
            <a:r>
              <a:rPr lang="ar"/>
              <a:t>المستوى الثاني</a:t>
            </a:r>
          </a:p>
          <a:p>
            <a:pPr lvl="2" rtl="1"/>
            <a:r>
              <a:rPr lang="ar"/>
              <a:t>المستوى الثالث</a:t>
            </a:r>
          </a:p>
          <a:p>
            <a:pPr lvl="3" rtl="1"/>
            <a:r>
              <a:rPr lang="ar"/>
              <a:t>المستوى الرابع</a:t>
            </a:r>
          </a:p>
          <a:p>
            <a:pPr lvl="4" rtl="1"/>
            <a:r>
              <a:rPr lang="ar"/>
              <a:t>المستوى الخامس</a:t>
            </a:r>
            <a:endParaRPr lang="en-US" dirty="0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 flipH="1">
            <a:off x="1388724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>
              <a:defRPr sz="8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B15B660E-038F-4F93-BD3C-E796088698AA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 flipH="1">
            <a:off x="427645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>
              <a:defRPr sz="800" cap="all" baseline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 flipH="1">
            <a:off x="418408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>
              <a:defRPr sz="8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رابط مستقيم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>
            <a:cxnSpLocks/>
          </p:cNvCxnSpPr>
          <p:nvPr/>
        </p:nvCxnSpPr>
        <p:spPr>
          <a:xfrm flipH="1">
            <a:off x="1031508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91440" indent="-91440" algn="r" defTabSz="914400" rtl="1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384048" indent="-182880" algn="r" defTabSz="914400" rtl="1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566928" indent="-182880" algn="r" defTabSz="914400" rtl="1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749808" indent="-182880" algn="r" defTabSz="914400" rtl="1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932688" indent="-182880" algn="r" defTabSz="914400" rtl="1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11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مستطيل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648928" y="639097"/>
            <a:ext cx="6476490" cy="3686015"/>
          </a:xfrm>
        </p:spPr>
        <p:txBody>
          <a:bodyPr rtlCol="1">
            <a:normAutofit/>
          </a:bodyPr>
          <a:lstStyle/>
          <a:p>
            <a:r>
              <a:rPr lang="en-US" dirty="0"/>
              <a:t>مقهى نبض الجامعة</a:t>
            </a:r>
            <a:endParaRPr lang="ar" sz="8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632900" y="4672739"/>
            <a:ext cx="6269347" cy="1021498"/>
          </a:xfrm>
        </p:spPr>
        <p:txBody>
          <a:bodyPr rtlCol="1">
            <a:normAutofit/>
          </a:bodyPr>
          <a:lstStyle/>
          <a:p>
            <a:pPr rtl="0"/>
            <a:r>
              <a:rPr lang="en-US" dirty="0"/>
              <a:t>Cafe في جدة يخدم طلاب وموظفين في حي جامعي</a:t>
            </a:r>
          </a:p>
        </p:txBody>
      </p:sp>
      <p:pic>
        <p:nvPicPr>
          <p:cNvPr id="5" name="الصورة 4" descr="صورة تحتوي على مبنى وشخص جالس على مقعد جانبي&#10;&#10;الوصف الذي تم إنشاؤه تلقائياً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556686" y="1"/>
            <a:ext cx="4635315" cy="6857999"/>
          </a:xfrm>
          <a:prstGeom prst="rect">
            <a:avLst/>
          </a:prstGeom>
        </p:spPr>
      </p:pic>
      <p:cxnSp>
        <p:nvCxnSpPr>
          <p:cNvPr id="24" name="رابط مستقيم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ChangeAspect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2813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29392A-A70E-01B5-E302-B2E3ED8F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مستطيل 21">
            <a:extLst>
              <a:ext uri="{FF2B5EF4-FFF2-40B4-BE49-F238E27FC236}">
                <a16:creationId xmlns:a16="http://schemas.microsoft.com/office/drawing/2014/main" id="{971EDD21-ACDF-99E2-2F3D-4124E7B30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>
            <a:extLst>
              <a:ext uri="{FF2B5EF4-FFF2-40B4-BE49-F238E27FC236}">
                <a16:creationId xmlns:a16="http://schemas.microsoft.com/office/drawing/2014/main" id="{BC453BFC-0AC9-393F-2790-268FA73FE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648930" y="112146"/>
            <a:ext cx="6253317" cy="1250828"/>
          </a:xfrm>
        </p:spPr>
        <p:txBody>
          <a:bodyPr rtlCol="1">
            <a:normAutofit fontScale="90000"/>
          </a:bodyPr>
          <a:lstStyle/>
          <a:p>
            <a:r>
              <a:rPr lang="en-US" dirty="0"/>
              <a:t>المشكلة</a:t>
            </a:r>
            <a:endParaRPr lang="ar" sz="8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86466B3B-3BEC-44D0-24D4-1818B5DE4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572515" y="4819388"/>
            <a:ext cx="6269347" cy="1021498"/>
          </a:xfrm>
        </p:spPr>
        <p:txBody>
          <a:bodyPr rtlCol="1">
            <a:normAutofit/>
          </a:bodyPr>
          <a:lstStyle/>
          <a:p>
            <a:pPr algn="l"/>
            <a:r>
              <a:rPr lang="en-US"/>
              <a:t>الحي الجامعي يشهد طلبًا عاليًا صباحًا مع فجوة بين السرعة والجودة والسعر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endParaRPr lang="ar" sz="2400" dirty="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الصورة 4" descr="صورة تحتوي على مبنى وشخص جالس على مقعد جانبي&#10;&#10;الوصف الذي تم إنشاؤه تلقائياً">
            <a:extLst>
              <a:ext uri="{FF2B5EF4-FFF2-40B4-BE49-F238E27FC236}">
                <a16:creationId xmlns:a16="http://schemas.microsoft.com/office/drawing/2014/main" id="{BD6CA25E-140D-6BBD-967A-F22E614AEF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556686" y="1"/>
            <a:ext cx="4635315" cy="6857999"/>
          </a:xfrm>
          <a:prstGeom prst="rect">
            <a:avLst/>
          </a:prstGeom>
        </p:spPr>
      </p:pic>
      <p:cxnSp>
        <p:nvCxnSpPr>
          <p:cNvPr id="24" name="رابط مستقيم 23">
            <a:extLst>
              <a:ext uri="{FF2B5EF4-FFF2-40B4-BE49-F238E27FC236}">
                <a16:creationId xmlns:a16="http://schemas.microsoft.com/office/drawing/2014/main" id="{59D35928-5796-4E70-E92B-74152C585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ChangeAspect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2813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A0BF0A1-E0B7-36C5-4E20-93AE7FD57859}"/>
              </a:ext>
            </a:extLst>
          </p:cNvPr>
          <p:cNvSpPr txBox="1"/>
          <p:nvPr/>
        </p:nvSpPr>
        <p:spPr>
          <a:xfrm>
            <a:off x="1181159" y="2467154"/>
            <a:ext cx="5374916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3200" dirty="0"/>
              <a:t>ازدحام صباحي يسبب وقت انتظار مرتفع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3200" dirty="0"/>
              <a:t>خيارات إما مرتفعة السعر أو أقل ثباتًا في الجودة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3200" dirty="0"/>
              <a:t>الطلاب والموظفون يحتاجون قهوة موثوقة على الطريق</a:t>
            </a:r>
            <a:endParaRPr lang="ar-SA" sz="3200" dirty="0"/>
          </a:p>
        </p:txBody>
      </p:sp>
    </p:spTree>
    <p:extLst>
      <p:ext uri="{BB962C8B-B14F-4D97-AF65-F5344CB8AC3E}">
        <p14:creationId xmlns:p14="http://schemas.microsoft.com/office/powerpoint/2010/main" val="688344789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05_TF56160789" id="{DC79D331-26E6-4BC1-B1E0-28509D385C17}" vid="{771879BB-FB69-45AF-AF38-720171F5D0C1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{61AF9F34-C9BF-4C94-866C-42AB206C27EF}TFf0a5ceae-4542-492d-822e-d65a94fb0e1e51a97f2d_win32-1e662e71b763</Template>
  <TotalTime>42</TotalTime>
  <Words>35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Franklin Gothic Book</vt:lpstr>
      <vt:lpstr>Tahoma</vt:lpstr>
      <vt:lpstr>1_RetrospectVTI</vt:lpstr>
      <vt:lpstr>{{S1_TITLE}}</vt:lpstr>
      <vt:lpstr>{{S2_TITLE}}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NORAH MULFI M ALSWAYED</dc:creator>
  <cp:lastModifiedBy>NORAH MULFI M ALSWAYED</cp:lastModifiedBy>
  <cp:revision>3</cp:revision>
  <dcterms:created xsi:type="dcterms:W3CDTF">2026-02-21T00:28:31Z</dcterms:created>
  <dcterms:modified xsi:type="dcterms:W3CDTF">2026-02-23T00:45:48Z</dcterms:modified>
</cp:coreProperties>
</file>